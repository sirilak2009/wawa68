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179867CD-CD09-0EEC-D165-96584688B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" y="64007"/>
            <a:ext cx="12015216" cy="5120639"/>
          </a:xfrm>
        </p:spPr>
        <p:txBody>
          <a:bodyPr>
            <a:normAutofit/>
          </a:bodyPr>
          <a:lstStyle>
            <a:lvl1pPr>
              <a:defRPr sz="11000" cap="all" baseline="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65D245-B564-481D-A323-F73C5BCA84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8136" y="5360878"/>
            <a:ext cx="10037064" cy="566928"/>
          </a:xfrm>
        </p:spPr>
        <p:txBody>
          <a:bodyPr anchor="b" anchorCtr="0">
            <a:normAutofit/>
          </a:bodyPr>
          <a:lstStyle>
            <a:lvl1pPr marL="0" indent="0" algn="r">
              <a:lnSpc>
                <a:spcPct val="100000"/>
              </a:lnSpc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h-TH"/>
              <a:t>คลิกเพื่อแก้ไขสไตล์ชื่อเรื่องรองต้นแบบ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1422A5-3076-413B-84CB-ED3BA4171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E072EE-51B3-4C0C-A460-4684AB079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97F39-15B2-41EB-B1F7-CBCBF5EAB59E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267C68-40D5-477E-9DBC-C28FD4B11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2FF2E-F8CA-4742-9465-85F15930B94E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C1F8589-B640-4540-D0AD-2B0461CD3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387805" y="5749927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90089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เนื้อห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EE2F5-9D3C-4BE7-9AD5-335B31CF2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90246"/>
            <a:ext cx="10840626" cy="790510"/>
          </a:xfrm>
        </p:spPr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F98C4F-4BF6-47CF-ABEE-2B12748C47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8135" y="1880756"/>
            <a:ext cx="10840627" cy="4558144"/>
          </a:xfr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51AB30-CD74-471D-9FA6-ADC0C901E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539070-70D2-4DD1-A439-155343FE2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97F39-15B2-41EB-B1F7-CBCBF5EAB59E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A137C4-F19E-4521-8DCB-4E0CF9CA3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2FF2E-F8CA-4742-9465-85F15930B94E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D144482-F463-E942-01AE-69DF54F417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586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334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7847" y="4676177"/>
            <a:ext cx="10835639" cy="1319510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5400" dirty="0"/>
            </a:lvl1pPr>
          </a:lstStyle>
          <a:p>
            <a:pPr lvl="0"/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7847" y="6065134"/>
            <a:ext cx="10835639" cy="373766"/>
          </a:xfrm>
        </p:spPr>
        <p:txBody>
          <a:bodyPr vert="horz" lIns="91440" tIns="45720" rIns="91440" bIns="45720" rtlCol="0" anchor="b">
            <a:noAutofit/>
          </a:bodyPr>
          <a:lstStyle>
            <a:lvl1pPr marL="0" indent="0">
              <a:spcBef>
                <a:spcPts val="0"/>
              </a:spcBef>
              <a:buNone/>
              <a:defRPr lang="en-US" sz="2000" dirty="0"/>
            </a:lvl1pPr>
          </a:lstStyle>
          <a:p>
            <a:pPr lvl="0"/>
            <a:r>
              <a:rPr lang="th-TH"/>
              <a:t>คลิกเพื่อแก้ไขสไตล์ชื่อเรื่องรองต้นแบบ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12191999" cy="446782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7765164-0D02-5316-1845-119CB0111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715000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FA2081-8ED6-0719-D0B6-2818D601933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51F47A-9B8B-A343-2C56-110E21331A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36197F39-15B2-41EB-B1F7-CBCBF5EAB59E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259CCC4-FA9E-2074-3142-5EBA62F91B2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CB2FF2E-F8CA-4742-9465-85F15930B9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5887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46390" y="1411358"/>
            <a:ext cx="3736010" cy="2845567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3600" dirty="0"/>
            </a:lvl1pPr>
          </a:lstStyle>
          <a:p>
            <a:pPr lvl="0"/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46388" y="4403039"/>
            <a:ext cx="3729915" cy="112312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100000"/>
              </a:lnSpc>
              <a:buNone/>
              <a:defRPr lang="en-US" sz="1600" dirty="0"/>
            </a:lvl1pPr>
          </a:lstStyle>
          <a:p>
            <a:pPr lvl="0"/>
            <a:r>
              <a:rPr lang="th-TH"/>
              <a:t>คลิกเพื่อแก้ไขสไตล์ชื่อเรื่องรองต้นแบบ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1A639AF-317A-79DF-3175-64C726EA318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7617785" cy="6858000"/>
          </a:xfrm>
          <a:custGeom>
            <a:avLst/>
            <a:gdLst>
              <a:gd name="connsiteX0" fmla="*/ 0 w 7195675"/>
              <a:gd name="connsiteY0" fmla="*/ 0 h 6858000"/>
              <a:gd name="connsiteX1" fmla="*/ 7195675 w 7195675"/>
              <a:gd name="connsiteY1" fmla="*/ 0 h 6858000"/>
              <a:gd name="connsiteX2" fmla="*/ 7195675 w 7195675"/>
              <a:gd name="connsiteY2" fmla="*/ 6858000 h 6858000"/>
              <a:gd name="connsiteX3" fmla="*/ 0 w 71956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95675" h="6858000">
                <a:moveTo>
                  <a:pt x="0" y="0"/>
                </a:moveTo>
                <a:lnTo>
                  <a:pt x="7195675" y="0"/>
                </a:lnTo>
                <a:lnTo>
                  <a:pt x="7195675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DF8C2BF2-38FB-0598-A4BE-DD111229A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46388" y="6438900"/>
            <a:ext cx="1714301" cy="419100"/>
          </a:xfrm>
        </p:spPr>
        <p:txBody>
          <a:bodyPr/>
          <a:lstStyle/>
          <a:p>
            <a:endParaRPr lang="en-US"/>
          </a:p>
        </p:txBody>
      </p:sp>
      <p:sp>
        <p:nvSpPr>
          <p:cNvPr id="18" name="Date Placeholder 4">
            <a:extLst>
              <a:ext uri="{FF2B5EF4-FFF2-40B4-BE49-F238E27FC236}">
                <a16:creationId xmlns:a16="http://schemas.microsoft.com/office/drawing/2014/main" id="{5A41BBAF-5441-8512-B575-2EB961DD485E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50896" y="6438900"/>
            <a:ext cx="864704" cy="419100"/>
          </a:xfrm>
        </p:spPr>
        <p:txBody>
          <a:bodyPr/>
          <a:lstStyle/>
          <a:p>
            <a:fld id="{36197F39-15B2-41EB-B1F7-CBCBF5EAB59E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89401810-4A83-D1CF-00A6-76F622C71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3764" y="6438900"/>
            <a:ext cx="601436" cy="419100"/>
          </a:xfrm>
        </p:spPr>
        <p:txBody>
          <a:bodyPr/>
          <a:lstStyle/>
          <a:p>
            <a:fld id="{6CB2FF2E-F8CA-4742-9465-85F15930B9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4429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ส่วนหัวของส่วน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61A7175-8061-E7CC-68E4-2B3CECB6CC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8136" y="1090244"/>
            <a:ext cx="10037064" cy="5159257"/>
          </a:xfrm>
        </p:spPr>
        <p:txBody>
          <a:bodyPr>
            <a:normAutofit/>
          </a:bodyPr>
          <a:lstStyle>
            <a:lvl1pPr>
              <a:defRPr sz="8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094542-CAEF-4D6C-BE6A-BC100F059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408851-4DCC-447C-828A-5F7E66F76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6197F39-15B2-41EB-B1F7-CBCBF5EAB59E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8BDE40-8468-4051-9703-B751608AA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CB2FF2E-F8CA-4742-9465-85F15930B94E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6A5A591-C2D3-D6A3-432F-2C1371951C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5868"/>
            <a:ext cx="804195" cy="0"/>
          </a:xfrm>
          <a:prstGeom prst="line">
            <a:avLst/>
          </a:prstGeom>
          <a:ln w="1206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11878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B916BDA-9E36-8180-7EBC-AC2A35C79F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0940" y="1088702"/>
            <a:ext cx="8479072" cy="139555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92AF672E-4752-50B9-9301-C8042FD003C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96697" y="2484255"/>
            <a:ext cx="8467558" cy="3539514"/>
          </a:xfrm>
        </p:spPr>
        <p:txBody>
          <a:bodyPr>
            <a:normAutofit/>
          </a:bodyPr>
          <a:lstStyle>
            <a:lvl1pPr marL="457200" indent="-457200">
              <a:lnSpc>
                <a:spcPct val="100000"/>
              </a:lnSpc>
              <a:buFont typeface="+mj-lt"/>
              <a:buAutoNum type="arabicPeriod"/>
              <a:defRPr sz="2000"/>
            </a:lvl1pPr>
            <a:lvl2pPr marL="685800" indent="-457200">
              <a:lnSpc>
                <a:spcPct val="100000"/>
              </a:lnSpc>
              <a:buFont typeface="+mj-lt"/>
              <a:buAutoNum type="arabicPeriod"/>
              <a:defRPr sz="2000"/>
            </a:lvl2pPr>
            <a:lvl3pPr marL="800100" indent="-342900">
              <a:lnSpc>
                <a:spcPct val="100000"/>
              </a:lnSpc>
              <a:buFont typeface="+mj-lt"/>
              <a:buAutoNum type="arabicPeriod"/>
              <a:defRPr sz="2000"/>
            </a:lvl3pPr>
            <a:lvl4pPr marL="1028700" indent="-342900">
              <a:lnSpc>
                <a:spcPct val="100000"/>
              </a:lnSpc>
              <a:buFont typeface="+mj-lt"/>
              <a:buAutoNum type="arabicPeriod"/>
              <a:defRPr sz="2000"/>
            </a:lvl4pPr>
            <a:lvl5pPr marL="1257300" indent="-342900">
              <a:lnSpc>
                <a:spcPct val="100000"/>
              </a:lnSpc>
              <a:buFont typeface="+mj-lt"/>
              <a:buAutoNum type="arabicPeriod"/>
              <a:defRPr sz="2000"/>
            </a:lvl5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97F39-15B2-41EB-B1F7-CBCBF5EAB59E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2FF2E-F8CA-4742-9465-85F15930B94E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65070F-FB67-7572-2807-986A255376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07091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8136" y="1088136"/>
            <a:ext cx="5749392" cy="1554480"/>
          </a:xfrm>
        </p:spPr>
        <p:txBody>
          <a:bodyPr anchor="t" anchorCtr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88136" y="2651760"/>
            <a:ext cx="5749392" cy="3694176"/>
          </a:xfrm>
        </p:spPr>
        <p:txBody>
          <a:bodyPr>
            <a:normAutofit/>
          </a:bodyPr>
          <a:lstStyle>
            <a:lvl1pPr marL="342900" indent="-342900">
              <a:lnSpc>
                <a:spcPct val="100000"/>
              </a:lnSpc>
              <a:buFont typeface="System Font Regular"/>
              <a:buChar char="-"/>
              <a:defRPr sz="2000"/>
            </a:lvl1pPr>
            <a:lvl2pPr>
              <a:lnSpc>
                <a:spcPct val="100000"/>
              </a:lnSpc>
              <a:defRPr sz="2000"/>
            </a:lvl2pPr>
            <a:lvl3pPr>
              <a:lnSpc>
                <a:spcPct val="100000"/>
              </a:lnSpc>
              <a:defRPr sz="20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0940" y="6438900"/>
            <a:ext cx="3915404" cy="4191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06344" y="6438900"/>
            <a:ext cx="1126120" cy="419100"/>
          </a:xfrm>
        </p:spPr>
        <p:txBody>
          <a:bodyPr/>
          <a:lstStyle/>
          <a:p>
            <a:fld id="{36197F39-15B2-41EB-B1F7-CBCBF5EAB59E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32464" y="6438900"/>
            <a:ext cx="705064" cy="419100"/>
          </a:xfrm>
        </p:spPr>
        <p:txBody>
          <a:bodyPr/>
          <a:lstStyle/>
          <a:p>
            <a:fld id="{6CB2FF2E-F8CA-4742-9465-85F15930B94E}" type="slidenum">
              <a:rPr lang="en-US" smtClean="0"/>
              <a:t>‹#›</a:t>
            </a:fld>
            <a:endParaRPr lang="en-US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E4B52E79-E470-1B1A-EADF-94DA7253B32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315200" y="0"/>
            <a:ext cx="48768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4C1AE97-7274-F222-2135-C3524958A8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09982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7676" y="1114856"/>
            <a:ext cx="3923455" cy="4083580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294612" y="1115290"/>
            <a:ext cx="5809713" cy="517121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97F39-15B2-41EB-B1F7-CBCBF5EAB59E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2FF2E-F8CA-4742-9465-85F15930B94E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954F329-E63B-9F25-4E06-2E98A6453D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90178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3701" y="1114655"/>
            <a:ext cx="2771326" cy="3675552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34532" y="1129145"/>
            <a:ext cx="7794231" cy="5157355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97F39-15B2-41EB-B1F7-CBCBF5EAB59E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2FF2E-F8CA-4742-9465-85F15930B94E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547F2C9-46DC-B902-E883-CE0360E6DD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29476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5788" y="1111101"/>
            <a:ext cx="6339412" cy="1143000"/>
          </a:xfrm>
        </p:spPr>
        <p:txBody>
          <a:bodyPr anchor="t"/>
          <a:lstStyle/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6FB7CB50-241E-E6B6-1C0E-1B5466B1477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2192" y="0"/>
            <a:ext cx="4506585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A1C94DDD-A7D7-1407-F63C-F296AB454220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785787" y="2402887"/>
            <a:ext cx="6339414" cy="3883614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63871FB-7459-8C2E-BA80-AD31AE855A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1375613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504282-04A3-1CE1-50A4-AF83D0D40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85788" y="6438900"/>
            <a:ext cx="4774902" cy="4191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CA12AEFE-D7DE-804A-807C-704D5B34E130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50896" y="6438900"/>
            <a:ext cx="864704" cy="419100"/>
          </a:xfrm>
        </p:spPr>
        <p:txBody>
          <a:bodyPr/>
          <a:lstStyle/>
          <a:p>
            <a:fld id="{36197F39-15B2-41EB-B1F7-CBCBF5EAB59E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9C293909-C7AB-A707-F48B-6007FE725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3764" y="6438900"/>
            <a:ext cx="601436" cy="419100"/>
          </a:xfrm>
        </p:spPr>
        <p:txBody>
          <a:bodyPr/>
          <a:lstStyle/>
          <a:p>
            <a:fld id="{6CB2FF2E-F8CA-4742-9465-85F15930B9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7200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6991" y="1112104"/>
            <a:ext cx="7321615" cy="932688"/>
          </a:xfrm>
        </p:spPr>
        <p:txBody>
          <a:bodyPr anchor="t"/>
          <a:lstStyle/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15" name="Picture Placeholder 10">
            <a:extLst>
              <a:ext uri="{FF2B5EF4-FFF2-40B4-BE49-F238E27FC236}">
                <a16:creationId xmlns:a16="http://schemas.microsoft.com/office/drawing/2014/main" id="{5189CF27-6D02-DB0D-F5D1-1535F1479166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0" y="0"/>
            <a:ext cx="352643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6373ED08-D584-FD0F-C5B0-EF4E07A0D890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776075" y="2187258"/>
            <a:ext cx="7349126" cy="4099242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D906524-8E7E-05A8-4F9E-A2C39750A3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1375613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256971-28FA-FA33-0A85-0B851EA7A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76076" y="6438900"/>
            <a:ext cx="5784614" cy="4191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F04B437D-29C2-D3ED-BEFA-E1F868B0FB5E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50896" y="6438900"/>
            <a:ext cx="864704" cy="419100"/>
          </a:xfrm>
        </p:spPr>
        <p:txBody>
          <a:bodyPr/>
          <a:lstStyle/>
          <a:p>
            <a:fld id="{36197F39-15B2-41EB-B1F7-CBCBF5EAB59E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0EB108D-6128-5356-6097-7D1D10551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3764" y="6438900"/>
            <a:ext cx="601436" cy="419100"/>
          </a:xfrm>
        </p:spPr>
        <p:txBody>
          <a:bodyPr/>
          <a:lstStyle/>
          <a:p>
            <a:fld id="{6CB2FF2E-F8CA-4742-9465-85F15930B9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7397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3394" y="1112104"/>
            <a:ext cx="7343564" cy="932688"/>
          </a:xfrm>
        </p:spPr>
        <p:txBody>
          <a:bodyPr anchor="t"/>
          <a:lstStyle/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3393" y="2187258"/>
            <a:ext cx="7343565" cy="4099242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D039FC6-F740-7D02-FD07-5B1B076DCE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666571-786A-B2D2-4FC3-C22E71C24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3394" y="6438900"/>
            <a:ext cx="5779054" cy="4191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A324A0C0-9CB0-6208-0780-67E3C7F2C02C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6962654" y="6438900"/>
            <a:ext cx="864704" cy="419100"/>
          </a:xfrm>
        </p:spPr>
        <p:txBody>
          <a:bodyPr/>
          <a:lstStyle/>
          <a:p>
            <a:fld id="{36197F39-15B2-41EB-B1F7-CBCBF5EAB59E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F7421E2-5EEC-7791-DBEE-600FF5170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35522" y="6438900"/>
            <a:ext cx="601436" cy="419100"/>
          </a:xfrm>
        </p:spPr>
        <p:txBody>
          <a:bodyPr/>
          <a:lstStyle/>
          <a:p>
            <a:fld id="{6CB2FF2E-F8CA-4742-9465-85F15930B94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61964118-5CFA-FFA8-E19F-A107D63DDC0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665559" y="0"/>
            <a:ext cx="352643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6490320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066" y="1115736"/>
            <a:ext cx="4738583" cy="1288169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88192" y="2552124"/>
            <a:ext cx="4738450" cy="3734376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84581EB-7A5A-925D-6E20-5C04A0EAA2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84EA123-AEAB-8F33-C22D-31F9F11A9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88066" y="6438900"/>
            <a:ext cx="3174065" cy="41910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AA2FCA56-AA13-81B1-1707-7A5D7557B5F8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352338" y="6438900"/>
            <a:ext cx="864704" cy="419100"/>
          </a:xfrm>
        </p:spPr>
        <p:txBody>
          <a:bodyPr/>
          <a:lstStyle/>
          <a:p>
            <a:fld id="{36197F39-15B2-41EB-B1F7-CBCBF5EAB59E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4358A8E3-C7AA-9216-35FD-FE8205982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225206" y="6438900"/>
            <a:ext cx="601436" cy="419100"/>
          </a:xfrm>
        </p:spPr>
        <p:txBody>
          <a:bodyPr/>
          <a:lstStyle/>
          <a:p>
            <a:fld id="{6CB2FF2E-F8CA-4742-9465-85F15930B94E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000" y="0"/>
            <a:ext cx="60960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41592250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396" y="1111101"/>
            <a:ext cx="3813845" cy="1493863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8397" y="2700671"/>
            <a:ext cx="3813846" cy="358583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6A796DD-1556-39E2-B5E4-90C1C2459D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713B13-BCC2-B853-769C-4BC6A57D7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8395" y="6438900"/>
            <a:ext cx="2249335" cy="4191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A9915D6C-CE56-12D3-C15C-C56B3EFEAFE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3437937" y="6438900"/>
            <a:ext cx="864704" cy="419100"/>
          </a:xfrm>
        </p:spPr>
        <p:txBody>
          <a:bodyPr/>
          <a:lstStyle/>
          <a:p>
            <a:fld id="{36197F39-15B2-41EB-B1F7-CBCBF5EAB59E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C3F576B-887C-7B84-0990-9143EA6C6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310805" y="6438900"/>
            <a:ext cx="601436" cy="419100"/>
          </a:xfrm>
        </p:spPr>
        <p:txBody>
          <a:bodyPr/>
          <a:lstStyle/>
          <a:p>
            <a:fld id="{6CB2FF2E-F8CA-4742-9465-85F15930B94E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192232" y="0"/>
            <a:ext cx="6999768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41579724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175ACA1F-D859-596B-9F50-F1E9A2654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7894207" y="1112431"/>
            <a:ext cx="3230993" cy="1858941"/>
          </a:xfrm>
        </p:spPr>
        <p:txBody>
          <a:bodyPr anchor="t"/>
          <a:lstStyle/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2" name="Picture Placeholder 9">
            <a:extLst>
              <a:ext uri="{FF2B5EF4-FFF2-40B4-BE49-F238E27FC236}">
                <a16:creationId xmlns:a16="http://schemas.microsoft.com/office/drawing/2014/main" id="{2A43D9F3-C10E-5B48-BB59-16A8600BD36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2192" y="0"/>
            <a:ext cx="7481777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2E10F120-2F5B-B2FD-DB40-683E6176C3D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901280" y="3133255"/>
            <a:ext cx="3223920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100000"/>
              </a:lnSpc>
              <a:buNone/>
              <a:defRPr lang="en-US" dirty="0"/>
            </a:lvl1pPr>
            <a:lvl2pPr marL="228600" indent="0">
              <a:lnSpc>
                <a:spcPct val="100000"/>
              </a:lnSpc>
              <a:buNone/>
              <a:defRPr lang="en-US" dirty="0"/>
            </a:lvl2pPr>
            <a:lvl3pPr marL="457200" indent="0">
              <a:lnSpc>
                <a:spcPct val="100000"/>
              </a:lnSpc>
              <a:buNone/>
              <a:defRPr lang="en-US" dirty="0"/>
            </a:lvl3pPr>
            <a:lvl4pPr marL="685800" indent="0">
              <a:lnSpc>
                <a:spcPct val="100000"/>
              </a:lnSpc>
              <a:buNone/>
              <a:defRPr lang="en-US" dirty="0"/>
            </a:lvl4pPr>
            <a:lvl5pPr marL="914400" indent="0">
              <a:lnSpc>
                <a:spcPct val="100000"/>
              </a:lnSpc>
              <a:buNone/>
              <a:defRPr lang="en-US" dirty="0"/>
            </a:lvl5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9A12B08-97E1-66BD-9B69-377E285127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1375613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9EACEEC7-E0DC-ABF5-188B-5636A17BD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94207" y="6438900"/>
            <a:ext cx="1666482" cy="419100"/>
          </a:xfrm>
        </p:spPr>
        <p:txBody>
          <a:bodyPr/>
          <a:lstStyle/>
          <a:p>
            <a:endParaRPr lang="en-US"/>
          </a:p>
        </p:txBody>
      </p:sp>
      <p:sp>
        <p:nvSpPr>
          <p:cNvPr id="8" name="Date Placeholder 4">
            <a:extLst>
              <a:ext uri="{FF2B5EF4-FFF2-40B4-BE49-F238E27FC236}">
                <a16:creationId xmlns:a16="http://schemas.microsoft.com/office/drawing/2014/main" id="{D0A24C6D-468E-EAE9-2363-772EA5E51DD0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9650896" y="6438900"/>
            <a:ext cx="864704" cy="419100"/>
          </a:xfrm>
        </p:spPr>
        <p:txBody>
          <a:bodyPr/>
          <a:lstStyle/>
          <a:p>
            <a:fld id="{36197F39-15B2-41EB-B1F7-CBCBF5EAB59E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4C85811-EF51-7552-5F12-17748D280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3764" y="6438900"/>
            <a:ext cx="601436" cy="419100"/>
          </a:xfrm>
        </p:spPr>
        <p:txBody>
          <a:bodyPr/>
          <a:lstStyle/>
          <a:p>
            <a:fld id="{6CB2FF2E-F8CA-4742-9465-85F15930B9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6614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324" y="3987802"/>
            <a:ext cx="3044954" cy="2309785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443331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55935" y="3987802"/>
            <a:ext cx="7460029" cy="2309785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lnSpc>
                <a:spcPct val="100000"/>
              </a:lnSpc>
              <a:buNone/>
              <a:defRPr lang="en-US" dirty="0"/>
            </a:lvl1pPr>
            <a:lvl2pPr marL="228600" indent="0">
              <a:lnSpc>
                <a:spcPct val="100000"/>
              </a:lnSpc>
              <a:buNone/>
              <a:defRPr lang="en-US" dirty="0"/>
            </a:lvl2pPr>
            <a:lvl3pPr marL="457200" indent="0">
              <a:lnSpc>
                <a:spcPct val="100000"/>
              </a:lnSpc>
              <a:buNone/>
              <a:defRPr lang="en-US" dirty="0"/>
            </a:lvl3pPr>
            <a:lvl4pPr marL="685800" indent="0">
              <a:lnSpc>
                <a:spcPct val="100000"/>
              </a:lnSpc>
              <a:buNone/>
              <a:defRPr lang="en-US" dirty="0"/>
            </a:lvl4pPr>
            <a:lvl5pPr marL="914400" indent="0">
              <a:lnSpc>
                <a:spcPct val="100000"/>
              </a:lnSpc>
              <a:buNone/>
              <a:defRPr lang="en-US" dirty="0"/>
            </a:lvl5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C699AE1-DA01-C4DA-C5BE-8DD9BE13F6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4115092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73F0BC-3C5E-8E58-AFDC-804E1C1C761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36197F39-15B2-41EB-B1F7-CBCBF5EAB59E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6E5C888-EE74-5D59-47AA-40A53F60011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794CA46-7ABA-FF39-20BD-C83B4F6D957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CB2FF2E-F8CA-4742-9465-85F15930B9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9708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85BA164-9326-7934-95DF-A6AAB3F42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120990"/>
            <a:ext cx="10477320" cy="969264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6F64025-FA05-CC42-8294-F944BC95DD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2286008"/>
            <a:ext cx="6096000" cy="4571992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r>
              <a:rPr lang="en-US" dirty="0"/>
              <a:t>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691745" y="2286008"/>
            <a:ext cx="4876515" cy="4000492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FB0BF8A-7D94-1C82-F661-F1B7A93A43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88C72B-1D4E-3882-C750-7F965F6E7BC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691744" y="6438900"/>
            <a:ext cx="2959151" cy="419100"/>
          </a:xfrm>
        </p:spPr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14FA71-0863-B2C8-8E42-C0A1F133DC6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36197F39-15B2-41EB-B1F7-CBCBF5EAB59E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D6C2E8-E8FC-5DC8-863C-CF7823CD4AE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CB2FF2E-F8CA-4742-9465-85F15930B9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89881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243CE06-05E5-2B64-1E1C-8F81B788D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122200"/>
            <a:ext cx="3696859" cy="1505157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9ADE1102-BF4C-FC7C-22F6-B8453DE3B19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181100" y="2840181"/>
            <a:ext cx="3606699" cy="3446317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6C8ACD7F-7B34-5741-6323-6829CFDA10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13673" y="1122201"/>
            <a:ext cx="6602291" cy="5164298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97F39-15B2-41EB-B1F7-CBCBF5EAB59E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2FF2E-F8CA-4742-9465-85F15930B94E}" type="slidenum">
              <a:rPr lang="en-US" smtClean="0"/>
              <a:t>‹#›</a:t>
            </a:fld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1322A97-1C32-A52E-951B-60B114B307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963758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99AD5248-C0E5-8356-EB8F-904EDDA5F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7304" y="4757193"/>
            <a:ext cx="6477896" cy="1126554"/>
          </a:xfrm>
        </p:spPr>
        <p:txBody>
          <a:bodyPr anchor="b">
            <a:normAutofit/>
          </a:bodyPr>
          <a:lstStyle>
            <a:lvl1pPr algn="r">
              <a:defRPr sz="2000" b="0" cap="none" baseline="0">
                <a:solidFill>
                  <a:schemeClr val="bg1"/>
                </a:solidFill>
              </a:defRPr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5F5F1C4-3BA4-0163-6A5F-9D95D58C7EA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" y="64008"/>
            <a:ext cx="12027408" cy="4600592"/>
          </a:xfrm>
        </p:spPr>
        <p:txBody>
          <a:bodyPr>
            <a:noAutofit/>
          </a:bodyPr>
          <a:lstStyle>
            <a:lvl1pPr>
              <a:lnSpc>
                <a:spcPct val="85000"/>
              </a:lnSpc>
              <a:defRPr sz="3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6197F39-15B2-41EB-B1F7-CBCBF5EAB59E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CB2FF2E-F8CA-4742-9465-85F15930B94E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A84DB20-94E7-1E79-B65B-67C6158DB1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387805" y="5715000"/>
            <a:ext cx="804195" cy="0"/>
          </a:xfrm>
          <a:prstGeom prst="line">
            <a:avLst/>
          </a:prstGeom>
          <a:ln w="1206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45833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286261"/>
            <a:ext cx="10652760" cy="113385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88136" y="1039095"/>
            <a:ext cx="9418320" cy="5070068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None/>
              <a:defRPr sz="6000" b="1"/>
            </a:lvl1pPr>
            <a:lvl2pPr marL="228600" indent="0">
              <a:lnSpc>
                <a:spcPct val="90000"/>
              </a:lnSpc>
              <a:buNone/>
              <a:defRPr sz="6000" b="1"/>
            </a:lvl2pPr>
            <a:lvl3pPr marL="457200" indent="0">
              <a:lnSpc>
                <a:spcPct val="90000"/>
              </a:lnSpc>
              <a:buNone/>
              <a:defRPr sz="6000" b="1"/>
            </a:lvl3pPr>
            <a:lvl4pPr marL="685800" indent="0">
              <a:lnSpc>
                <a:spcPct val="90000"/>
              </a:lnSpc>
              <a:buNone/>
              <a:defRPr sz="6000" b="1"/>
            </a:lvl4pPr>
            <a:lvl5pPr marL="914400" indent="0">
              <a:lnSpc>
                <a:spcPct val="90000"/>
              </a:lnSpc>
              <a:buNone/>
              <a:defRPr sz="6000" b="1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97F39-15B2-41EB-B1F7-CBCBF5EAB59E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2FF2E-F8CA-4742-9465-85F15930B94E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7F2505C-CAED-34DC-7CD1-C57ADBBF98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31157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9">
            <a:extLst>
              <a:ext uri="{FF2B5EF4-FFF2-40B4-BE49-F238E27FC236}">
                <a16:creationId xmlns:a16="http://schemas.microsoft.com/office/drawing/2014/main" id="{873E5EF9-EDC5-CB2D-000A-85BB4DB582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66800" y="5418360"/>
            <a:ext cx="10058400" cy="466345"/>
          </a:xfrm>
        </p:spPr>
        <p:txBody>
          <a:bodyPr anchor="b">
            <a:normAutofit/>
          </a:bodyPr>
          <a:lstStyle>
            <a:lvl1pPr algn="r">
              <a:lnSpc>
                <a:spcPct val="100000"/>
              </a:lnSpc>
              <a:defRPr sz="2000" b="0" cap="none" baseline="0"/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5D1FFC6-C597-BE81-1790-A08954F44C4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95250" y="63500"/>
            <a:ext cx="11977688" cy="5080000"/>
          </a:xfrm>
        </p:spPr>
        <p:txBody>
          <a:bodyPr>
            <a:normAutofit/>
          </a:bodyPr>
          <a:lstStyle>
            <a:lvl1pPr>
              <a:lnSpc>
                <a:spcPct val="85000"/>
              </a:lnSpc>
              <a:defRPr sz="8000" b="1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97F39-15B2-41EB-B1F7-CBCBF5EAB59E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2FF2E-F8CA-4742-9465-85F15930B94E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2949BEA-90AC-BE5F-28A7-80D65BD19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387805" y="5715292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65590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เนื้อหา 2 ส่ว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BF7AE-3892-4896-8C15-7A35A41EF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119132"/>
            <a:ext cx="9890066" cy="1204593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FD9A26-86F1-4817-B243-4DE63B4F18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82185" y="2440568"/>
            <a:ext cx="4841505" cy="3801284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54BF9B-EA16-48C8-96B9-7A66051BE7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40568"/>
            <a:ext cx="4806002" cy="3801283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629E05-3F6C-40BF-9324-118588B6C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6E2D9F-1FCE-4A1C-996E-DB05777A8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97F39-15B2-41EB-B1F7-CBCBF5EAB59E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9BE013-C5C0-4CBD-982E-36F037F73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2FF2E-F8CA-4742-9465-85F15930B94E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B20CA7A-449A-6AC2-BFC5-17AF5007E7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907556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การเปรียบเทีย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ED885-5FE5-4407-BE4D-FAD01C40A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115329"/>
            <a:ext cx="9949455" cy="83885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322A77-C134-4857-83E5-51217D3C29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2088" y="1923190"/>
            <a:ext cx="4816475" cy="838856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1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10AFC6-F407-4F35-BD37-B32F9B4036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15482" y="1923190"/>
            <a:ext cx="4824913" cy="838856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1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4ECBFE-C62C-471B-BFE4-1272EAC347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92088" y="2825791"/>
            <a:ext cx="4816475" cy="3363871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8D60D5-0F83-46CB-92F3-849FC08E6E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15482" y="2825791"/>
            <a:ext cx="4824913" cy="3363871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40A80D-4CCB-4899-9E1D-A5967F4E6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5AE694-5CA0-48DA-90D3-EC42BD1D8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97F39-15B2-41EB-B1F7-CBCBF5EAB59E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753A9D-469A-4ED9-99A1-7E4B115F8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2FF2E-F8CA-4742-9465-85F15930B94E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DA35A86-E7F6-6593-119D-A6DC85581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661381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เฉพาะชื่อเรื่อ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7C91E-0A11-4E5D-9B8D-5316E73A2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104100"/>
            <a:ext cx="9922764" cy="1294228"/>
          </a:xfrm>
        </p:spPr>
        <p:txBody>
          <a:bodyPr>
            <a:normAutofit/>
          </a:bodyPr>
          <a:lstStyle>
            <a:lvl1pPr>
              <a:defRPr sz="3600" cap="none" baseline="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E36922-9A4C-453D-9B70-0C3A70281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B8A8D1-71AD-4F9F-B393-9EED83FEF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97F39-15B2-41EB-B1F7-CBCBF5EAB59E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5AAEF2-65DC-4E28-9AA4-5115ACB07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2FF2E-F8CA-4742-9465-85F15930B94E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8CF7AFD-0570-B046-A2C2-3EFA87354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263842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459378-C430-49DB-B2D6-E32FBBCD4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FF5A02-0FC4-41C8-A13C-4C929B288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97F39-15B2-41EB-B1F7-CBCBF5EAB59E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B9D57D-CB8E-4E67-AE2D-2790E2AA6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2FF2E-F8CA-4742-9465-85F15930B9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70588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88135"/>
            <a:ext cx="10627828" cy="2084551"/>
          </a:xfrm>
        </p:spPr>
        <p:txBody>
          <a:bodyPr anchor="t" anchorCtr="0">
            <a:no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419A5DD2-B3B3-D9BF-1A71-B20742D142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88134" y="3276600"/>
            <a:ext cx="10627829" cy="3162300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6197F39-15B2-41EB-B1F7-CBCBF5EAB59E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CB2FF2E-F8CA-4742-9465-85F15930B94E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DCA1022-3377-EB7D-8261-EDD841636B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58113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88136"/>
            <a:ext cx="8430767" cy="1842020"/>
          </a:xfrm>
        </p:spPr>
        <p:txBody>
          <a:bodyPr anchor="t" anchorCtr="0">
            <a:no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C06F55DC-E754-4B2B-C0AE-962C82565D0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77213" y="4246692"/>
            <a:ext cx="8430639" cy="1608008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6197F39-15B2-41EB-B1F7-CBCBF5EAB59E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CB2FF2E-F8CA-4742-9465-85F15930B94E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C829929-F774-AF4E-F1BE-2DA3C43D0D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49895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สไลด์ชื่อเรื่อ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224906FA-3CF5-5631-A84E-AF63373E58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  <a:endParaRPr lang="en-US"/>
          </a:p>
        </p:txBody>
      </p:sp>
      <p:sp>
        <p:nvSpPr>
          <p:cNvPr id="3" name="ชื่อเรื่องรอง 2">
            <a:extLst>
              <a:ext uri="{FF2B5EF4-FFF2-40B4-BE49-F238E27FC236}">
                <a16:creationId xmlns:a16="http://schemas.microsoft.com/office/drawing/2014/main" id="{4D068A53-1D7C-AC7F-F6E8-D937A88BA2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h-TH"/>
              <a:t>คลิกเพื่อแก้ไขสไตล์ชื่อเรื่องรองต้นแบบ</a:t>
            </a:r>
            <a:endParaRPr lang="en-US"/>
          </a:p>
        </p:txBody>
      </p:sp>
      <p:sp>
        <p:nvSpPr>
          <p:cNvPr id="4" name="ตัวแทนวันที่ 3">
            <a:extLst>
              <a:ext uri="{FF2B5EF4-FFF2-40B4-BE49-F238E27FC236}">
                <a16:creationId xmlns:a16="http://schemas.microsoft.com/office/drawing/2014/main" id="{EC223325-76F5-A067-D6F8-749E64E91D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97F39-15B2-41EB-B1F7-CBCBF5EAB59E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ตัวแทนท้ายกระดาษ 4">
            <a:extLst>
              <a:ext uri="{FF2B5EF4-FFF2-40B4-BE49-F238E27FC236}">
                <a16:creationId xmlns:a16="http://schemas.microsoft.com/office/drawing/2014/main" id="{3011CF8A-397D-2EB6-345C-1008650BE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ตัวแทนหมายเลขสไลด์ 5">
            <a:extLst>
              <a:ext uri="{FF2B5EF4-FFF2-40B4-BE49-F238E27FC236}">
                <a16:creationId xmlns:a16="http://schemas.microsoft.com/office/drawing/2014/main" id="{BF9A4636-7CD0-3434-D00C-8EBA293C8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2FF2E-F8CA-4742-9465-85F15930B9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74220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ว่างเปล่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วันที่ 1">
            <a:extLst>
              <a:ext uri="{FF2B5EF4-FFF2-40B4-BE49-F238E27FC236}">
                <a16:creationId xmlns:a16="http://schemas.microsoft.com/office/drawing/2014/main" id="{4AE187F1-5A6B-A1FD-5F5C-F0120B3FA8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97F39-15B2-41EB-B1F7-CBCBF5EAB59E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3" name="ตัวแทนท้ายกระดาษ 2">
            <a:extLst>
              <a:ext uri="{FF2B5EF4-FFF2-40B4-BE49-F238E27FC236}">
                <a16:creationId xmlns:a16="http://schemas.microsoft.com/office/drawing/2014/main" id="{79059353-836D-EAE0-272B-9FBD0DEDC0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ตัวแทนหมายเลขสไลด์ 3">
            <a:extLst>
              <a:ext uri="{FF2B5EF4-FFF2-40B4-BE49-F238E27FC236}">
                <a16:creationId xmlns:a16="http://schemas.microsoft.com/office/drawing/2014/main" id="{9C042CBF-B18F-57A8-3911-FC7FF7AD8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2FF2E-F8CA-4742-9465-85F15930B9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1160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4438DC-3CEE-4170-9B1C-BAC05CD8C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90245"/>
            <a:ext cx="9922764" cy="93598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C19D24-DCBE-47F9-8B85-8A118B02B3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88136" y="2119745"/>
            <a:ext cx="9922764" cy="41667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D5844-8163-4D82-BEFC-BC2D8D511B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88136" y="6438900"/>
            <a:ext cx="8562760" cy="419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4F5788-BDCE-49E2-80AE-31C739C6A0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650896" y="6438900"/>
            <a:ext cx="864704" cy="419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900">
                <a:solidFill>
                  <a:schemeClr val="tx1"/>
                </a:solidFill>
              </a:defRPr>
            </a:lvl1pPr>
          </a:lstStyle>
          <a:p>
            <a:fld id="{36197F39-15B2-41EB-B1F7-CBCBF5EAB59E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698A50-C435-4220-82C6-C8D62A7C9E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23764" y="6438900"/>
            <a:ext cx="601436" cy="419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900">
                <a:solidFill>
                  <a:schemeClr val="tx1"/>
                </a:solidFill>
              </a:defRPr>
            </a:lvl1pPr>
          </a:lstStyle>
          <a:p>
            <a:fld id="{6CB2FF2E-F8CA-4742-9465-85F15930B9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9105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600" b="1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22860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pos="744">
          <p15:clr>
            <a:srgbClr val="F26B43"/>
          </p15:clr>
        </p15:guide>
        <p15:guide id="6">
          <p15:clr>
            <a:srgbClr val="F26B43"/>
          </p15:clr>
        </p15:guide>
        <p15:guide id="8" pos="6936">
          <p15:clr>
            <a:srgbClr val="F26B43"/>
          </p15:clr>
        </p15:guide>
        <p15:guide id="10" orient="horz" pos="720">
          <p15:clr>
            <a:srgbClr val="F26B43"/>
          </p15:clr>
        </p15:guide>
        <p15:guide id="14" pos="6624">
          <p15:clr>
            <a:srgbClr val="F26B43"/>
          </p15:clr>
        </p15:guide>
        <p15:guide id="22" orient="horz" pos="360">
          <p15:clr>
            <a:srgbClr val="F26B43"/>
          </p15:clr>
        </p15:guide>
        <p15:guide id="23" orient="horz" pos="3960">
          <p15:clr>
            <a:srgbClr val="F26B43"/>
          </p15:clr>
        </p15:guide>
        <p15:guide id="24" orient="horz" pos="2160">
          <p15:clr>
            <a:srgbClr val="F26B43"/>
          </p15:clr>
        </p15:guide>
        <p15:guide id="25" pos="7680">
          <p15:clr>
            <a:srgbClr val="F26B43"/>
          </p15:clr>
        </p15:guide>
        <p15:guide id="26" pos="3840">
          <p15:clr>
            <a:srgbClr val="F26B43"/>
          </p15:clr>
        </p15:guide>
        <p15:guide id="27" pos="6168">
          <p15:clr>
            <a:srgbClr val="F26B43"/>
          </p15:clr>
        </p15:guide>
        <p15:guide id="28" pos="672">
          <p15:clr>
            <a:srgbClr val="F26B43"/>
          </p15:clr>
        </p15:guide>
        <p15:guide id="29" pos="7008">
          <p15:clr>
            <a:srgbClr val="F26B43"/>
          </p15:clr>
        </p15:guide>
        <p15:guide id="30" orient="horz" pos="4056">
          <p15:clr>
            <a:srgbClr val="F26B43"/>
          </p15:clr>
        </p15:guide>
        <p15:guide id="31" orient="horz" pos="364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 3">
            <a:extLst>
              <a:ext uri="{FF2B5EF4-FFF2-40B4-BE49-F238E27FC236}">
                <a16:creationId xmlns:a16="http://schemas.microsoft.com/office/drawing/2014/main" id="{18AB418B-9359-1FEA-5E8A-97EF6C9AEA82}"/>
              </a:ext>
            </a:extLst>
          </p:cNvPr>
          <p:cNvSpPr/>
          <p:nvPr/>
        </p:nvSpPr>
        <p:spPr>
          <a:xfrm>
            <a:off x="1488693" y="1479033"/>
            <a:ext cx="881973" cy="52756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dirty="0"/>
              <a:t>จังหวัด</a:t>
            </a:r>
            <a:endParaRPr lang="en-US" dirty="0"/>
          </a:p>
        </p:txBody>
      </p:sp>
      <p:sp>
        <p:nvSpPr>
          <p:cNvPr id="5" name="วงรี 4">
            <a:extLst>
              <a:ext uri="{FF2B5EF4-FFF2-40B4-BE49-F238E27FC236}">
                <a16:creationId xmlns:a16="http://schemas.microsoft.com/office/drawing/2014/main" id="{24331F4C-AB19-65F6-AED7-E79B532CD1FE}"/>
              </a:ext>
            </a:extLst>
          </p:cNvPr>
          <p:cNvSpPr/>
          <p:nvPr/>
        </p:nvSpPr>
        <p:spPr>
          <a:xfrm>
            <a:off x="2370666" y="369900"/>
            <a:ext cx="1464734" cy="51383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h-TH" dirty="0"/>
          </a:p>
          <a:p>
            <a:pPr algn="ctr"/>
            <a:r>
              <a:rPr lang="th-TH" dirty="0"/>
              <a:t>ชื่อจังหวัด</a:t>
            </a:r>
            <a:r>
              <a:rPr lang="en-US" dirty="0"/>
              <a:t>T</a:t>
            </a:r>
          </a:p>
          <a:p>
            <a:pPr algn="ctr"/>
            <a:endParaRPr lang="en-US" dirty="0"/>
          </a:p>
        </p:txBody>
      </p:sp>
      <p:sp>
        <p:nvSpPr>
          <p:cNvPr id="6" name="วงรี 5">
            <a:extLst>
              <a:ext uri="{FF2B5EF4-FFF2-40B4-BE49-F238E27FC236}">
                <a16:creationId xmlns:a16="http://schemas.microsoft.com/office/drawing/2014/main" id="{46FED250-846F-B1D5-855C-B7FC0C88931C}"/>
              </a:ext>
            </a:extLst>
          </p:cNvPr>
          <p:cNvSpPr/>
          <p:nvPr/>
        </p:nvSpPr>
        <p:spPr>
          <a:xfrm>
            <a:off x="203200" y="369900"/>
            <a:ext cx="1447800" cy="527567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h-TH" dirty="0"/>
          </a:p>
          <a:p>
            <a:pPr algn="ctr"/>
            <a:r>
              <a:rPr lang="th-TH" dirty="0"/>
              <a:t>รหัสจังหวัด</a:t>
            </a:r>
            <a:endParaRPr lang="en-US" dirty="0"/>
          </a:p>
          <a:p>
            <a:pPr algn="ctr"/>
            <a:endParaRPr lang="en-US" dirty="0"/>
          </a:p>
        </p:txBody>
      </p:sp>
      <p:sp>
        <p:nvSpPr>
          <p:cNvPr id="7" name="วงรี 6">
            <a:extLst>
              <a:ext uri="{FF2B5EF4-FFF2-40B4-BE49-F238E27FC236}">
                <a16:creationId xmlns:a16="http://schemas.microsoft.com/office/drawing/2014/main" id="{52F68452-0D81-03B8-0D4D-96F6DEB05820}"/>
              </a:ext>
            </a:extLst>
          </p:cNvPr>
          <p:cNvSpPr/>
          <p:nvPr/>
        </p:nvSpPr>
        <p:spPr>
          <a:xfrm>
            <a:off x="3310465" y="1215250"/>
            <a:ext cx="1464734" cy="527567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h-TH" dirty="0"/>
          </a:p>
          <a:p>
            <a:pPr algn="ctr"/>
            <a:r>
              <a:rPr lang="th-TH" dirty="0"/>
              <a:t>ชื่อจังหวัด</a:t>
            </a:r>
            <a:r>
              <a:rPr lang="en-US" dirty="0"/>
              <a:t>E</a:t>
            </a:r>
          </a:p>
          <a:p>
            <a:pPr algn="ctr"/>
            <a:endParaRPr lang="en-US" dirty="0"/>
          </a:p>
        </p:txBody>
      </p:sp>
      <p:sp>
        <p:nvSpPr>
          <p:cNvPr id="8" name="สี่เหลี่ยมผืนผ้า 7">
            <a:extLst>
              <a:ext uri="{FF2B5EF4-FFF2-40B4-BE49-F238E27FC236}">
                <a16:creationId xmlns:a16="http://schemas.microsoft.com/office/drawing/2014/main" id="{3B8074E0-0793-9DAB-697C-E36B6B8035A6}"/>
              </a:ext>
            </a:extLst>
          </p:cNvPr>
          <p:cNvSpPr/>
          <p:nvPr/>
        </p:nvSpPr>
        <p:spPr>
          <a:xfrm>
            <a:off x="5984493" y="3059100"/>
            <a:ext cx="881973" cy="52756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dirty="0"/>
              <a:t>อำเภอ</a:t>
            </a:r>
            <a:endParaRPr lang="en-US" dirty="0"/>
          </a:p>
        </p:txBody>
      </p:sp>
      <p:sp>
        <p:nvSpPr>
          <p:cNvPr id="9" name="วงรี 8">
            <a:extLst>
              <a:ext uri="{FF2B5EF4-FFF2-40B4-BE49-F238E27FC236}">
                <a16:creationId xmlns:a16="http://schemas.microsoft.com/office/drawing/2014/main" id="{00723E9E-68C4-186A-FCA1-3CEABB399C17}"/>
              </a:ext>
            </a:extLst>
          </p:cNvPr>
          <p:cNvSpPr/>
          <p:nvPr/>
        </p:nvSpPr>
        <p:spPr>
          <a:xfrm>
            <a:off x="4648198" y="1943383"/>
            <a:ext cx="1464734" cy="527567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h-TH" dirty="0"/>
          </a:p>
          <a:p>
            <a:pPr algn="ctr"/>
            <a:r>
              <a:rPr lang="th-TH" dirty="0"/>
              <a:t>ชื่อจังหวัด</a:t>
            </a:r>
            <a:r>
              <a:rPr lang="en-US" dirty="0"/>
              <a:t>E</a:t>
            </a:r>
          </a:p>
          <a:p>
            <a:pPr algn="ctr"/>
            <a:endParaRPr lang="en-US" dirty="0"/>
          </a:p>
        </p:txBody>
      </p:sp>
      <p:sp>
        <p:nvSpPr>
          <p:cNvPr id="10" name="วงรี 9">
            <a:extLst>
              <a:ext uri="{FF2B5EF4-FFF2-40B4-BE49-F238E27FC236}">
                <a16:creationId xmlns:a16="http://schemas.microsoft.com/office/drawing/2014/main" id="{714FCCA0-5335-F314-9D70-06DAC217F52A}"/>
              </a:ext>
            </a:extLst>
          </p:cNvPr>
          <p:cNvSpPr/>
          <p:nvPr/>
        </p:nvSpPr>
        <p:spPr>
          <a:xfrm>
            <a:off x="6612465" y="1943383"/>
            <a:ext cx="1464734" cy="527567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h-TH" dirty="0"/>
          </a:p>
          <a:p>
            <a:pPr algn="ctr"/>
            <a:r>
              <a:rPr lang="th-TH" dirty="0"/>
              <a:t>ชื่อจังหวัด</a:t>
            </a:r>
            <a:r>
              <a:rPr lang="en-US" dirty="0"/>
              <a:t>E</a:t>
            </a:r>
          </a:p>
          <a:p>
            <a:pPr algn="ctr"/>
            <a:endParaRPr lang="en-US" dirty="0"/>
          </a:p>
        </p:txBody>
      </p:sp>
      <p:sp>
        <p:nvSpPr>
          <p:cNvPr id="11" name="วงรี 10">
            <a:extLst>
              <a:ext uri="{FF2B5EF4-FFF2-40B4-BE49-F238E27FC236}">
                <a16:creationId xmlns:a16="http://schemas.microsoft.com/office/drawing/2014/main" id="{452676DD-445A-074B-EBE5-85C2C42CD9DD}"/>
              </a:ext>
            </a:extLst>
          </p:cNvPr>
          <p:cNvSpPr/>
          <p:nvPr/>
        </p:nvSpPr>
        <p:spPr>
          <a:xfrm>
            <a:off x="7857065" y="2795317"/>
            <a:ext cx="1464734" cy="527567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h-TH" dirty="0"/>
          </a:p>
          <a:p>
            <a:pPr algn="ctr"/>
            <a:r>
              <a:rPr lang="th-TH" dirty="0"/>
              <a:t>ชื่อจังหวัด</a:t>
            </a:r>
            <a:r>
              <a:rPr lang="en-US" dirty="0"/>
              <a:t>T</a:t>
            </a:r>
          </a:p>
          <a:p>
            <a:pPr algn="ctr"/>
            <a:endParaRPr lang="en-US" dirty="0"/>
          </a:p>
        </p:txBody>
      </p:sp>
      <p:cxnSp>
        <p:nvCxnSpPr>
          <p:cNvPr id="12" name="ลูกศรเชื่อมต่อแบบตรง 11">
            <a:extLst>
              <a:ext uri="{FF2B5EF4-FFF2-40B4-BE49-F238E27FC236}">
                <a16:creationId xmlns:a16="http://schemas.microsoft.com/office/drawing/2014/main" id="{181FEA25-F439-6C76-3F4A-12FDAA22455F}"/>
              </a:ext>
            </a:extLst>
          </p:cNvPr>
          <p:cNvCxnSpPr>
            <a:cxnSpLocks/>
            <a:endCxn id="6" idx="4"/>
          </p:cNvCxnSpPr>
          <p:nvPr/>
        </p:nvCxnSpPr>
        <p:spPr>
          <a:xfrm flipH="1" flipV="1">
            <a:off x="927100" y="897467"/>
            <a:ext cx="1002579" cy="5815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ตัวเชื่อมต่อ: หักมุม 12">
            <a:extLst>
              <a:ext uri="{FF2B5EF4-FFF2-40B4-BE49-F238E27FC236}">
                <a16:creationId xmlns:a16="http://schemas.microsoft.com/office/drawing/2014/main" id="{11C50A71-2543-B7AB-7A9D-9FDB70FFF3E9}"/>
              </a:ext>
            </a:extLst>
          </p:cNvPr>
          <p:cNvCxnSpPr>
            <a:cxnSpLocks/>
          </p:cNvCxnSpPr>
          <p:nvPr/>
        </p:nvCxnSpPr>
        <p:spPr>
          <a:xfrm>
            <a:off x="3878136" y="3035016"/>
            <a:ext cx="2104644" cy="316841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ลูกศรเชื่อมต่อแบบตรง 13">
            <a:extLst>
              <a:ext uri="{FF2B5EF4-FFF2-40B4-BE49-F238E27FC236}">
                <a16:creationId xmlns:a16="http://schemas.microsoft.com/office/drawing/2014/main" id="{5C8F7992-4616-361E-1481-FE321BB664D0}"/>
              </a:ext>
            </a:extLst>
          </p:cNvPr>
          <p:cNvCxnSpPr>
            <a:cxnSpLocks/>
            <a:stCxn id="4" idx="0"/>
          </p:cNvCxnSpPr>
          <p:nvPr/>
        </p:nvCxnSpPr>
        <p:spPr>
          <a:xfrm flipV="1">
            <a:off x="1929680" y="871316"/>
            <a:ext cx="905932" cy="6077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ลูกศรเชื่อมต่อแบบตรง 14">
            <a:extLst>
              <a:ext uri="{FF2B5EF4-FFF2-40B4-BE49-F238E27FC236}">
                <a16:creationId xmlns:a16="http://schemas.microsoft.com/office/drawing/2014/main" id="{4F374135-8282-A810-295B-4544EA309363}"/>
              </a:ext>
            </a:extLst>
          </p:cNvPr>
          <p:cNvCxnSpPr>
            <a:cxnSpLocks/>
            <a:endCxn id="7" idx="2"/>
          </p:cNvCxnSpPr>
          <p:nvPr/>
        </p:nvCxnSpPr>
        <p:spPr>
          <a:xfrm flipV="1">
            <a:off x="2378051" y="1479034"/>
            <a:ext cx="932414" cy="2637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ลูกศรเชื่อมต่อแบบตรง 15">
            <a:extLst>
              <a:ext uri="{FF2B5EF4-FFF2-40B4-BE49-F238E27FC236}">
                <a16:creationId xmlns:a16="http://schemas.microsoft.com/office/drawing/2014/main" id="{3B319C82-7BBA-C5D7-B6E2-98300DEA5378}"/>
              </a:ext>
            </a:extLst>
          </p:cNvPr>
          <p:cNvCxnSpPr>
            <a:cxnSpLocks/>
            <a:endCxn id="9" idx="4"/>
          </p:cNvCxnSpPr>
          <p:nvPr/>
        </p:nvCxnSpPr>
        <p:spPr>
          <a:xfrm flipH="1" flipV="1">
            <a:off x="5380565" y="2470950"/>
            <a:ext cx="999473" cy="5881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ลูกศรเชื่อมต่อแบบตรง 16">
            <a:extLst>
              <a:ext uri="{FF2B5EF4-FFF2-40B4-BE49-F238E27FC236}">
                <a16:creationId xmlns:a16="http://schemas.microsoft.com/office/drawing/2014/main" id="{92E4BB1E-0A30-6A80-A25E-4DA6D09B7EE1}"/>
              </a:ext>
            </a:extLst>
          </p:cNvPr>
          <p:cNvCxnSpPr>
            <a:cxnSpLocks/>
            <a:endCxn id="11" idx="2"/>
          </p:cNvCxnSpPr>
          <p:nvPr/>
        </p:nvCxnSpPr>
        <p:spPr>
          <a:xfrm flipV="1">
            <a:off x="6866466" y="3059101"/>
            <a:ext cx="990599" cy="2031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ลูกศรเชื่อมต่อแบบตรง 17">
            <a:extLst>
              <a:ext uri="{FF2B5EF4-FFF2-40B4-BE49-F238E27FC236}">
                <a16:creationId xmlns:a16="http://schemas.microsoft.com/office/drawing/2014/main" id="{561FEDB6-B630-CC83-054E-238F52524348}"/>
              </a:ext>
            </a:extLst>
          </p:cNvPr>
          <p:cNvCxnSpPr>
            <a:cxnSpLocks/>
            <a:endCxn id="10" idx="4"/>
          </p:cNvCxnSpPr>
          <p:nvPr/>
        </p:nvCxnSpPr>
        <p:spPr>
          <a:xfrm flipV="1">
            <a:off x="6363103" y="2470950"/>
            <a:ext cx="981729" cy="5881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ตัวเชื่อมต่อตรง 18">
            <a:extLst>
              <a:ext uri="{FF2B5EF4-FFF2-40B4-BE49-F238E27FC236}">
                <a16:creationId xmlns:a16="http://schemas.microsoft.com/office/drawing/2014/main" id="{619BDB0D-D7F3-63F2-BA77-52B599D6ACDD}"/>
              </a:ext>
            </a:extLst>
          </p:cNvPr>
          <p:cNvCxnSpPr>
            <a:cxnSpLocks/>
          </p:cNvCxnSpPr>
          <p:nvPr/>
        </p:nvCxnSpPr>
        <p:spPr>
          <a:xfrm>
            <a:off x="1885032" y="2470950"/>
            <a:ext cx="170805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ตัวเชื่อมต่อตรง 19">
            <a:extLst>
              <a:ext uri="{FF2B5EF4-FFF2-40B4-BE49-F238E27FC236}">
                <a16:creationId xmlns:a16="http://schemas.microsoft.com/office/drawing/2014/main" id="{B97ABBD4-99F3-902A-87B5-55B5AC22228F}"/>
              </a:ext>
            </a:extLst>
          </p:cNvPr>
          <p:cNvCxnSpPr>
            <a:cxnSpLocks/>
          </p:cNvCxnSpPr>
          <p:nvPr/>
        </p:nvCxnSpPr>
        <p:spPr>
          <a:xfrm>
            <a:off x="1885032" y="2006600"/>
            <a:ext cx="0" cy="4643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ตัวเชื่อมต่อตรง 20">
            <a:extLst>
              <a:ext uri="{FF2B5EF4-FFF2-40B4-BE49-F238E27FC236}">
                <a16:creationId xmlns:a16="http://schemas.microsoft.com/office/drawing/2014/main" id="{221D0262-4AB8-B561-BB39-8A305BEB6E56}"/>
              </a:ext>
            </a:extLst>
          </p:cNvPr>
          <p:cNvCxnSpPr>
            <a:cxnSpLocks/>
          </p:cNvCxnSpPr>
          <p:nvPr/>
        </p:nvCxnSpPr>
        <p:spPr>
          <a:xfrm>
            <a:off x="3593084" y="2470950"/>
            <a:ext cx="0" cy="2882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ข้าวหลามตัด 21">
            <a:extLst>
              <a:ext uri="{FF2B5EF4-FFF2-40B4-BE49-F238E27FC236}">
                <a16:creationId xmlns:a16="http://schemas.microsoft.com/office/drawing/2014/main" id="{0CE93862-4ED5-53A1-6467-FBF70FD3CCB9}"/>
              </a:ext>
            </a:extLst>
          </p:cNvPr>
          <p:cNvSpPr/>
          <p:nvPr/>
        </p:nvSpPr>
        <p:spPr>
          <a:xfrm>
            <a:off x="3310465" y="2759190"/>
            <a:ext cx="565238" cy="527567"/>
          </a:xfrm>
          <a:prstGeom prst="diamond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กล่องข้อความ 22">
            <a:extLst>
              <a:ext uri="{FF2B5EF4-FFF2-40B4-BE49-F238E27FC236}">
                <a16:creationId xmlns:a16="http://schemas.microsoft.com/office/drawing/2014/main" id="{E488F204-7CCF-DC59-6D8A-23517905154F}"/>
              </a:ext>
            </a:extLst>
          </p:cNvPr>
          <p:cNvSpPr txBox="1"/>
          <p:nvPr/>
        </p:nvSpPr>
        <p:spPr>
          <a:xfrm>
            <a:off x="2580033" y="2101617"/>
            <a:ext cx="33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24" name="กล่องข้อความ 23">
            <a:extLst>
              <a:ext uri="{FF2B5EF4-FFF2-40B4-BE49-F238E27FC236}">
                <a16:creationId xmlns:a16="http://schemas.microsoft.com/office/drawing/2014/main" id="{C0689522-E919-3280-4373-F4A0F3E4EF7E}"/>
              </a:ext>
            </a:extLst>
          </p:cNvPr>
          <p:cNvSpPr txBox="1"/>
          <p:nvPr/>
        </p:nvSpPr>
        <p:spPr>
          <a:xfrm>
            <a:off x="5295277" y="3020813"/>
            <a:ext cx="348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</a:t>
            </a:r>
          </a:p>
        </p:txBody>
      </p:sp>
    </p:spTree>
    <p:extLst>
      <p:ext uri="{BB962C8B-B14F-4D97-AF65-F5344CB8AC3E}">
        <p14:creationId xmlns:p14="http://schemas.microsoft.com/office/powerpoint/2010/main" val="12041029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สี่เหลี่ยมผืนผ้า 1">
            <a:extLst>
              <a:ext uri="{FF2B5EF4-FFF2-40B4-BE49-F238E27FC236}">
                <a16:creationId xmlns:a16="http://schemas.microsoft.com/office/drawing/2014/main" id="{478AB327-C8DF-853A-140A-32725913A96D}"/>
              </a:ext>
            </a:extLst>
          </p:cNvPr>
          <p:cNvSpPr/>
          <p:nvPr/>
        </p:nvSpPr>
        <p:spPr>
          <a:xfrm>
            <a:off x="2286204" y="1479033"/>
            <a:ext cx="881973" cy="52756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dirty="0"/>
              <a:t>นักศึกษา</a:t>
            </a:r>
            <a:endParaRPr lang="en-US" dirty="0"/>
          </a:p>
        </p:txBody>
      </p:sp>
      <p:sp>
        <p:nvSpPr>
          <p:cNvPr id="3" name="วงรี 2">
            <a:extLst>
              <a:ext uri="{FF2B5EF4-FFF2-40B4-BE49-F238E27FC236}">
                <a16:creationId xmlns:a16="http://schemas.microsoft.com/office/drawing/2014/main" id="{A30698AB-FDC3-BCFA-0B7A-52D5668A2F73}"/>
              </a:ext>
            </a:extLst>
          </p:cNvPr>
          <p:cNvSpPr/>
          <p:nvPr/>
        </p:nvSpPr>
        <p:spPr>
          <a:xfrm>
            <a:off x="2989915" y="324095"/>
            <a:ext cx="1464734" cy="51383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dirty="0"/>
              <a:t>รหัสนักศึกษา</a:t>
            </a:r>
          </a:p>
        </p:txBody>
      </p:sp>
      <p:sp>
        <p:nvSpPr>
          <p:cNvPr id="4" name="วงรี 3">
            <a:extLst>
              <a:ext uri="{FF2B5EF4-FFF2-40B4-BE49-F238E27FC236}">
                <a16:creationId xmlns:a16="http://schemas.microsoft.com/office/drawing/2014/main" id="{0E054EF4-4E83-8278-1596-82FE5D844C90}"/>
              </a:ext>
            </a:extLst>
          </p:cNvPr>
          <p:cNvSpPr/>
          <p:nvPr/>
        </p:nvSpPr>
        <p:spPr>
          <a:xfrm>
            <a:off x="1058898" y="317227"/>
            <a:ext cx="1447800" cy="527567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h-TH" dirty="0"/>
          </a:p>
          <a:p>
            <a:pPr algn="ctr"/>
            <a:r>
              <a:rPr lang="th-TH" dirty="0"/>
              <a:t>ชื่อ-สกุล</a:t>
            </a:r>
            <a:endParaRPr lang="en-US" dirty="0"/>
          </a:p>
          <a:p>
            <a:pPr algn="ctr"/>
            <a:endParaRPr lang="en-US" dirty="0"/>
          </a:p>
        </p:txBody>
      </p:sp>
      <p:sp>
        <p:nvSpPr>
          <p:cNvPr id="5" name="วงรี 4">
            <a:extLst>
              <a:ext uri="{FF2B5EF4-FFF2-40B4-BE49-F238E27FC236}">
                <a16:creationId xmlns:a16="http://schemas.microsoft.com/office/drawing/2014/main" id="{149A656C-F719-C559-A3D7-C1EBFCC7B13F}"/>
              </a:ext>
            </a:extLst>
          </p:cNvPr>
          <p:cNvSpPr/>
          <p:nvPr/>
        </p:nvSpPr>
        <p:spPr>
          <a:xfrm>
            <a:off x="4276387" y="858900"/>
            <a:ext cx="1464734" cy="527567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h-TH" dirty="0"/>
          </a:p>
          <a:p>
            <a:pPr algn="ctr"/>
            <a:r>
              <a:rPr lang="th-TH" dirty="0"/>
              <a:t>สาขาวิชา</a:t>
            </a:r>
            <a:endParaRPr lang="en-US" dirty="0"/>
          </a:p>
          <a:p>
            <a:pPr algn="ctr"/>
            <a:endParaRPr lang="en-US" dirty="0"/>
          </a:p>
        </p:txBody>
      </p:sp>
      <p:cxnSp>
        <p:nvCxnSpPr>
          <p:cNvPr id="6" name="ลูกศรเชื่อมต่อแบบตรง 5">
            <a:extLst>
              <a:ext uri="{FF2B5EF4-FFF2-40B4-BE49-F238E27FC236}">
                <a16:creationId xmlns:a16="http://schemas.microsoft.com/office/drawing/2014/main" id="{4031172B-B6DE-A8AC-6895-C0A039AE1E55}"/>
              </a:ext>
            </a:extLst>
          </p:cNvPr>
          <p:cNvCxnSpPr>
            <a:cxnSpLocks/>
            <a:stCxn id="2" idx="0"/>
            <a:endCxn id="4" idx="4"/>
          </p:cNvCxnSpPr>
          <p:nvPr/>
        </p:nvCxnSpPr>
        <p:spPr>
          <a:xfrm flipH="1" flipV="1">
            <a:off x="1782798" y="844794"/>
            <a:ext cx="944393" cy="6342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ลูกศรเชื่อมต่อแบบตรง 6">
            <a:extLst>
              <a:ext uri="{FF2B5EF4-FFF2-40B4-BE49-F238E27FC236}">
                <a16:creationId xmlns:a16="http://schemas.microsoft.com/office/drawing/2014/main" id="{F4D5C67B-7993-C482-5913-8EEE680881FA}"/>
              </a:ext>
            </a:extLst>
          </p:cNvPr>
          <p:cNvCxnSpPr>
            <a:cxnSpLocks/>
            <a:stCxn id="2" idx="0"/>
            <a:endCxn id="3" idx="4"/>
          </p:cNvCxnSpPr>
          <p:nvPr/>
        </p:nvCxnSpPr>
        <p:spPr>
          <a:xfrm flipV="1">
            <a:off x="2727191" y="837928"/>
            <a:ext cx="995091" cy="6411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ลูกศรเชื่อมต่อแบบตรง 7">
            <a:extLst>
              <a:ext uri="{FF2B5EF4-FFF2-40B4-BE49-F238E27FC236}">
                <a16:creationId xmlns:a16="http://schemas.microsoft.com/office/drawing/2014/main" id="{6781832D-87A2-6671-46AB-394834769B11}"/>
              </a:ext>
            </a:extLst>
          </p:cNvPr>
          <p:cNvCxnSpPr>
            <a:cxnSpLocks/>
            <a:stCxn id="2" idx="3"/>
            <a:endCxn id="5" idx="2"/>
          </p:cNvCxnSpPr>
          <p:nvPr/>
        </p:nvCxnSpPr>
        <p:spPr>
          <a:xfrm flipV="1">
            <a:off x="3168177" y="1122684"/>
            <a:ext cx="1108210" cy="6201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วงรี 9">
            <a:extLst>
              <a:ext uri="{FF2B5EF4-FFF2-40B4-BE49-F238E27FC236}">
                <a16:creationId xmlns:a16="http://schemas.microsoft.com/office/drawing/2014/main" id="{B2BCA8FB-EDEC-20B3-6900-C25CB973E8B1}"/>
              </a:ext>
            </a:extLst>
          </p:cNvPr>
          <p:cNvSpPr/>
          <p:nvPr/>
        </p:nvSpPr>
        <p:spPr>
          <a:xfrm>
            <a:off x="379345" y="1486186"/>
            <a:ext cx="1447800" cy="520414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dirty="0"/>
              <a:t>คณะวิชา</a:t>
            </a:r>
            <a:endParaRPr lang="en-US" dirty="0"/>
          </a:p>
        </p:txBody>
      </p:sp>
      <p:cxnSp>
        <p:nvCxnSpPr>
          <p:cNvPr id="11" name="ลูกศรเชื่อมต่อแบบตรง 10">
            <a:extLst>
              <a:ext uri="{FF2B5EF4-FFF2-40B4-BE49-F238E27FC236}">
                <a16:creationId xmlns:a16="http://schemas.microsoft.com/office/drawing/2014/main" id="{97A92050-C11E-2CB1-2388-3601F927B11F}"/>
              </a:ext>
            </a:extLst>
          </p:cNvPr>
          <p:cNvCxnSpPr>
            <a:cxnSpLocks/>
            <a:stCxn id="2" idx="1"/>
          </p:cNvCxnSpPr>
          <p:nvPr/>
        </p:nvCxnSpPr>
        <p:spPr>
          <a:xfrm flipH="1" flipV="1">
            <a:off x="1827145" y="1742816"/>
            <a:ext cx="459059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วงรี 11">
            <a:extLst>
              <a:ext uri="{FF2B5EF4-FFF2-40B4-BE49-F238E27FC236}">
                <a16:creationId xmlns:a16="http://schemas.microsoft.com/office/drawing/2014/main" id="{BBA2F7A5-69B6-C18D-DC21-60D5CD97531A}"/>
              </a:ext>
            </a:extLst>
          </p:cNvPr>
          <p:cNvSpPr/>
          <p:nvPr/>
        </p:nvSpPr>
        <p:spPr>
          <a:xfrm>
            <a:off x="4876799" y="1901423"/>
            <a:ext cx="1464734" cy="527567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h-TH" dirty="0"/>
          </a:p>
          <a:p>
            <a:pPr algn="ctr"/>
            <a:r>
              <a:rPr lang="th-TH" dirty="0"/>
              <a:t>เบอร์โทร</a:t>
            </a:r>
            <a:endParaRPr lang="en-US" dirty="0"/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75692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สี่เหลี่ยมผืนผ้า 1">
            <a:extLst>
              <a:ext uri="{FF2B5EF4-FFF2-40B4-BE49-F238E27FC236}">
                <a16:creationId xmlns:a16="http://schemas.microsoft.com/office/drawing/2014/main" id="{A2D464EE-6FFC-A64C-7670-E686B1DFA209}"/>
              </a:ext>
            </a:extLst>
          </p:cNvPr>
          <p:cNvSpPr/>
          <p:nvPr/>
        </p:nvSpPr>
        <p:spPr>
          <a:xfrm>
            <a:off x="4555067" y="1370536"/>
            <a:ext cx="2370666" cy="5672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>
                <a:highlight>
                  <a:srgbClr val="808080"/>
                </a:highlight>
              </a:rPr>
              <a:t>สอบประมวลผล</a:t>
            </a:r>
            <a:endParaRPr lang="en-US" dirty="0">
              <a:highlight>
                <a:srgbClr val="808080"/>
              </a:highlight>
            </a:endParaRPr>
          </a:p>
        </p:txBody>
      </p:sp>
      <p:sp>
        <p:nvSpPr>
          <p:cNvPr id="3" name="สี่เหลี่ยมผืนผ้า 2">
            <a:extLst>
              <a:ext uri="{FF2B5EF4-FFF2-40B4-BE49-F238E27FC236}">
                <a16:creationId xmlns:a16="http://schemas.microsoft.com/office/drawing/2014/main" id="{009FF7C4-F981-5C8F-F09C-38E36650E26D}"/>
              </a:ext>
            </a:extLst>
          </p:cNvPr>
          <p:cNvSpPr/>
          <p:nvPr/>
        </p:nvSpPr>
        <p:spPr>
          <a:xfrm>
            <a:off x="2929467" y="4908563"/>
            <a:ext cx="1473199" cy="5672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>
                <a:highlight>
                  <a:srgbClr val="808080"/>
                </a:highlight>
              </a:rPr>
              <a:t>ไม่ผ่าน</a:t>
            </a:r>
            <a:endParaRPr lang="en-US" dirty="0">
              <a:highlight>
                <a:srgbClr val="808080"/>
              </a:highlight>
            </a:endParaRPr>
          </a:p>
        </p:txBody>
      </p:sp>
      <p:sp>
        <p:nvSpPr>
          <p:cNvPr id="4" name="สี่เหลี่ยมผืนผ้า 3">
            <a:extLst>
              <a:ext uri="{FF2B5EF4-FFF2-40B4-BE49-F238E27FC236}">
                <a16:creationId xmlns:a16="http://schemas.microsoft.com/office/drawing/2014/main" id="{7B38393A-8948-E313-DAD8-CC11CF2CB1E9}"/>
              </a:ext>
            </a:extLst>
          </p:cNvPr>
          <p:cNvSpPr/>
          <p:nvPr/>
        </p:nvSpPr>
        <p:spPr>
          <a:xfrm>
            <a:off x="7924802" y="2425694"/>
            <a:ext cx="1473199" cy="5672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>
                <a:highlight>
                  <a:srgbClr val="808080"/>
                </a:highlight>
              </a:rPr>
              <a:t>ดีเลิศ</a:t>
            </a:r>
            <a:endParaRPr lang="en-US" dirty="0">
              <a:highlight>
                <a:srgbClr val="808080"/>
              </a:highlight>
            </a:endParaRPr>
          </a:p>
        </p:txBody>
      </p:sp>
      <p:sp>
        <p:nvSpPr>
          <p:cNvPr id="5" name="แผนผังลําดับงาน: การตัดสินใจ 4">
            <a:extLst>
              <a:ext uri="{FF2B5EF4-FFF2-40B4-BE49-F238E27FC236}">
                <a16:creationId xmlns:a16="http://schemas.microsoft.com/office/drawing/2014/main" id="{DEECBD65-1E52-B3AD-4719-2227741DFDF2}"/>
              </a:ext>
            </a:extLst>
          </p:cNvPr>
          <p:cNvSpPr/>
          <p:nvPr/>
        </p:nvSpPr>
        <p:spPr>
          <a:xfrm>
            <a:off x="5240866" y="4301066"/>
            <a:ext cx="999067" cy="844559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1100" dirty="0">
                <a:highlight>
                  <a:srgbClr val="808080"/>
                </a:highlight>
              </a:rPr>
              <a:t>คะแนน</a:t>
            </a:r>
          </a:p>
          <a:p>
            <a:pPr algn="ctr"/>
            <a:r>
              <a:rPr lang="en-US" sz="1100" dirty="0">
                <a:highlight>
                  <a:srgbClr val="808080"/>
                </a:highlight>
              </a:rPr>
              <a:t>&gt;85</a:t>
            </a:r>
          </a:p>
        </p:txBody>
      </p:sp>
      <p:cxnSp>
        <p:nvCxnSpPr>
          <p:cNvPr id="6" name="ลูกศรเชื่อมต่อแบบตรง 5">
            <a:extLst>
              <a:ext uri="{FF2B5EF4-FFF2-40B4-BE49-F238E27FC236}">
                <a16:creationId xmlns:a16="http://schemas.microsoft.com/office/drawing/2014/main" id="{59C66B37-B7FD-C0BA-6D06-5E3B99DC1EEA}"/>
              </a:ext>
            </a:extLst>
          </p:cNvPr>
          <p:cNvCxnSpPr>
            <a:cxnSpLocks/>
            <a:stCxn id="2" idx="2"/>
            <a:endCxn id="13" idx="0"/>
          </p:cNvCxnSpPr>
          <p:nvPr/>
        </p:nvCxnSpPr>
        <p:spPr>
          <a:xfrm>
            <a:off x="5740400" y="1937803"/>
            <a:ext cx="8467" cy="3661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ลูกศรเชื่อมต่อแบบตรง 6">
            <a:extLst>
              <a:ext uri="{FF2B5EF4-FFF2-40B4-BE49-F238E27FC236}">
                <a16:creationId xmlns:a16="http://schemas.microsoft.com/office/drawing/2014/main" id="{67C47FF6-B9CC-D971-22D7-564E2E015D7C}"/>
              </a:ext>
            </a:extLst>
          </p:cNvPr>
          <p:cNvCxnSpPr>
            <a:cxnSpLocks/>
          </p:cNvCxnSpPr>
          <p:nvPr/>
        </p:nvCxnSpPr>
        <p:spPr>
          <a:xfrm flipV="1">
            <a:off x="5994400" y="2717789"/>
            <a:ext cx="1930402" cy="1693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แผนผังลำดับงาน: สิ้นสุด 7">
            <a:extLst>
              <a:ext uri="{FF2B5EF4-FFF2-40B4-BE49-F238E27FC236}">
                <a16:creationId xmlns:a16="http://schemas.microsoft.com/office/drawing/2014/main" id="{F79BE18F-8268-37FD-62A2-292B9E20401E}"/>
              </a:ext>
            </a:extLst>
          </p:cNvPr>
          <p:cNvSpPr/>
          <p:nvPr/>
        </p:nvSpPr>
        <p:spPr>
          <a:xfrm>
            <a:off x="4893730" y="6362699"/>
            <a:ext cx="1676401" cy="495301"/>
          </a:xfrm>
          <a:prstGeom prst="flowChartTermina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>
                <a:highlight>
                  <a:srgbClr val="808080"/>
                </a:highlight>
              </a:rPr>
              <a:t>สิ้นสุด</a:t>
            </a:r>
            <a:endParaRPr lang="en-US" dirty="0">
              <a:highlight>
                <a:srgbClr val="808080"/>
              </a:highlight>
            </a:endParaRPr>
          </a:p>
        </p:txBody>
      </p:sp>
      <p:cxnSp>
        <p:nvCxnSpPr>
          <p:cNvPr id="9" name="ลูกศรเชื่อมต่อแบบตรง 8">
            <a:extLst>
              <a:ext uri="{FF2B5EF4-FFF2-40B4-BE49-F238E27FC236}">
                <a16:creationId xmlns:a16="http://schemas.microsoft.com/office/drawing/2014/main" id="{5AAFEA4D-661E-A4D1-1796-15EAC1C1AAA6}"/>
              </a:ext>
            </a:extLst>
          </p:cNvPr>
          <p:cNvCxnSpPr>
            <a:cxnSpLocks/>
          </p:cNvCxnSpPr>
          <p:nvPr/>
        </p:nvCxnSpPr>
        <p:spPr>
          <a:xfrm>
            <a:off x="5740400" y="896401"/>
            <a:ext cx="0" cy="4741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สี่เหลี่ยมผืนผ้า 9">
            <a:extLst>
              <a:ext uri="{FF2B5EF4-FFF2-40B4-BE49-F238E27FC236}">
                <a16:creationId xmlns:a16="http://schemas.microsoft.com/office/drawing/2014/main" id="{528C5A98-3470-CE10-82BC-959AEC860506}"/>
              </a:ext>
            </a:extLst>
          </p:cNvPr>
          <p:cNvSpPr/>
          <p:nvPr/>
        </p:nvSpPr>
        <p:spPr>
          <a:xfrm>
            <a:off x="7924801" y="4060829"/>
            <a:ext cx="1473199" cy="5672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>
                <a:highlight>
                  <a:srgbClr val="808080"/>
                </a:highlight>
              </a:rPr>
              <a:t>ดีเยี่ยม</a:t>
            </a:r>
            <a:endParaRPr lang="en-US" dirty="0">
              <a:highlight>
                <a:srgbClr val="808080"/>
              </a:highlight>
            </a:endParaRPr>
          </a:p>
        </p:txBody>
      </p:sp>
      <p:sp>
        <p:nvSpPr>
          <p:cNvPr id="11" name="สี่เหลี่ยมผืนผ้า 10">
            <a:extLst>
              <a:ext uri="{FF2B5EF4-FFF2-40B4-BE49-F238E27FC236}">
                <a16:creationId xmlns:a16="http://schemas.microsoft.com/office/drawing/2014/main" id="{EE421840-2BAD-2EEA-B026-FBA7A165BA83}"/>
              </a:ext>
            </a:extLst>
          </p:cNvPr>
          <p:cNvSpPr/>
          <p:nvPr/>
        </p:nvSpPr>
        <p:spPr>
          <a:xfrm>
            <a:off x="7095066" y="4908563"/>
            <a:ext cx="1473199" cy="5672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>
                <a:highlight>
                  <a:srgbClr val="808080"/>
                </a:highlight>
              </a:rPr>
              <a:t>ผ่าน</a:t>
            </a:r>
            <a:endParaRPr lang="en-US" dirty="0">
              <a:highlight>
                <a:srgbClr val="808080"/>
              </a:highlight>
            </a:endParaRPr>
          </a:p>
        </p:txBody>
      </p:sp>
      <p:sp>
        <p:nvSpPr>
          <p:cNvPr id="12" name="แผนผังลําดับงาน: การตัดสินใจ 11">
            <a:extLst>
              <a:ext uri="{FF2B5EF4-FFF2-40B4-BE49-F238E27FC236}">
                <a16:creationId xmlns:a16="http://schemas.microsoft.com/office/drawing/2014/main" id="{A1A7D4E0-B260-B729-B4B5-5CD6C0D2BAEF}"/>
              </a:ext>
            </a:extLst>
          </p:cNvPr>
          <p:cNvSpPr/>
          <p:nvPr/>
        </p:nvSpPr>
        <p:spPr>
          <a:xfrm>
            <a:off x="5257800" y="3314685"/>
            <a:ext cx="999067" cy="844559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1100" dirty="0">
                <a:highlight>
                  <a:srgbClr val="808080"/>
                </a:highlight>
              </a:rPr>
              <a:t>คะแนน</a:t>
            </a:r>
          </a:p>
          <a:p>
            <a:pPr algn="ctr"/>
            <a:r>
              <a:rPr lang="en-US" sz="1100" dirty="0">
                <a:highlight>
                  <a:srgbClr val="808080"/>
                </a:highlight>
              </a:rPr>
              <a:t>&gt;85</a:t>
            </a:r>
          </a:p>
        </p:txBody>
      </p:sp>
      <p:sp>
        <p:nvSpPr>
          <p:cNvPr id="13" name="แผนผังลําดับงาน: การตัดสินใจ 12">
            <a:extLst>
              <a:ext uri="{FF2B5EF4-FFF2-40B4-BE49-F238E27FC236}">
                <a16:creationId xmlns:a16="http://schemas.microsoft.com/office/drawing/2014/main" id="{53BC46AD-44CB-4295-BAA1-C74830200AE8}"/>
              </a:ext>
            </a:extLst>
          </p:cNvPr>
          <p:cNvSpPr/>
          <p:nvPr/>
        </p:nvSpPr>
        <p:spPr>
          <a:xfrm>
            <a:off x="5249333" y="2303984"/>
            <a:ext cx="999067" cy="844559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1200" dirty="0">
                <a:highlight>
                  <a:srgbClr val="808080"/>
                </a:highlight>
              </a:rPr>
              <a:t>คะแนน</a:t>
            </a:r>
          </a:p>
          <a:p>
            <a:pPr algn="ctr"/>
            <a:r>
              <a:rPr lang="en-US" sz="1200" dirty="0">
                <a:highlight>
                  <a:srgbClr val="808080"/>
                </a:highlight>
              </a:rPr>
              <a:t>&gt;85</a:t>
            </a:r>
          </a:p>
        </p:txBody>
      </p:sp>
      <p:sp>
        <p:nvSpPr>
          <p:cNvPr id="14" name="สี่เหลี่ยมผืนผ้า 13">
            <a:extLst>
              <a:ext uri="{FF2B5EF4-FFF2-40B4-BE49-F238E27FC236}">
                <a16:creationId xmlns:a16="http://schemas.microsoft.com/office/drawing/2014/main" id="{0283E09A-C1EA-55E8-69C4-B43ECF739688}"/>
              </a:ext>
            </a:extLst>
          </p:cNvPr>
          <p:cNvSpPr/>
          <p:nvPr/>
        </p:nvSpPr>
        <p:spPr>
          <a:xfrm>
            <a:off x="4652438" y="5848379"/>
            <a:ext cx="2137830" cy="39155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>
                <a:highlight>
                  <a:srgbClr val="808080"/>
                </a:highlight>
              </a:rPr>
              <a:t>ประกาศผลสอบ</a:t>
            </a:r>
            <a:endParaRPr lang="en-US" dirty="0">
              <a:highlight>
                <a:srgbClr val="808080"/>
              </a:highlight>
            </a:endParaRPr>
          </a:p>
        </p:txBody>
      </p:sp>
      <p:sp>
        <p:nvSpPr>
          <p:cNvPr id="15" name="แผนผังลำดับงาน: สิ้นสุด 14">
            <a:extLst>
              <a:ext uri="{FF2B5EF4-FFF2-40B4-BE49-F238E27FC236}">
                <a16:creationId xmlns:a16="http://schemas.microsoft.com/office/drawing/2014/main" id="{C082F1A3-1FF6-8473-5685-28F26FCADDD5}"/>
              </a:ext>
            </a:extLst>
          </p:cNvPr>
          <p:cNvSpPr/>
          <p:nvPr/>
        </p:nvSpPr>
        <p:spPr>
          <a:xfrm>
            <a:off x="4809066" y="318019"/>
            <a:ext cx="1896533" cy="567267"/>
          </a:xfrm>
          <a:prstGeom prst="flowChartTermina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>
                <a:highlight>
                  <a:srgbClr val="808080"/>
                </a:highlight>
              </a:rPr>
              <a:t>เริ่มต้น</a:t>
            </a:r>
            <a:endParaRPr lang="en-US" dirty="0">
              <a:highlight>
                <a:srgbClr val="808080"/>
              </a:highlight>
            </a:endParaRPr>
          </a:p>
        </p:txBody>
      </p:sp>
      <p:cxnSp>
        <p:nvCxnSpPr>
          <p:cNvPr id="16" name="ลูกศรเชื่อมต่อแบบตรง 15">
            <a:extLst>
              <a:ext uri="{FF2B5EF4-FFF2-40B4-BE49-F238E27FC236}">
                <a16:creationId xmlns:a16="http://schemas.microsoft.com/office/drawing/2014/main" id="{6796BCC8-0DD8-10E4-0A76-156F566E72DF}"/>
              </a:ext>
            </a:extLst>
          </p:cNvPr>
          <p:cNvCxnSpPr>
            <a:cxnSpLocks/>
          </p:cNvCxnSpPr>
          <p:nvPr/>
        </p:nvCxnSpPr>
        <p:spPr>
          <a:xfrm>
            <a:off x="5731931" y="3934885"/>
            <a:ext cx="8467" cy="3661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ลูกศรเชื่อมต่อแบบตรง 16">
            <a:extLst>
              <a:ext uri="{FF2B5EF4-FFF2-40B4-BE49-F238E27FC236}">
                <a16:creationId xmlns:a16="http://schemas.microsoft.com/office/drawing/2014/main" id="{AE306E84-65E5-E61D-128A-65EF5C38AC09}"/>
              </a:ext>
            </a:extLst>
          </p:cNvPr>
          <p:cNvCxnSpPr>
            <a:cxnSpLocks/>
          </p:cNvCxnSpPr>
          <p:nvPr/>
        </p:nvCxnSpPr>
        <p:spPr>
          <a:xfrm>
            <a:off x="5748866" y="2965452"/>
            <a:ext cx="8467" cy="3661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ตัวเชื่อมต่อตรง 17">
            <a:extLst>
              <a:ext uri="{FF2B5EF4-FFF2-40B4-BE49-F238E27FC236}">
                <a16:creationId xmlns:a16="http://schemas.microsoft.com/office/drawing/2014/main" id="{42C77199-7825-E6CD-059E-F8D3000D5FD7}"/>
              </a:ext>
            </a:extLst>
          </p:cNvPr>
          <p:cNvCxnSpPr>
            <a:cxnSpLocks/>
          </p:cNvCxnSpPr>
          <p:nvPr/>
        </p:nvCxnSpPr>
        <p:spPr>
          <a:xfrm>
            <a:off x="6256867" y="3736964"/>
            <a:ext cx="241904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ลูกศรเชื่อมต่อแบบตรง 18">
            <a:extLst>
              <a:ext uri="{FF2B5EF4-FFF2-40B4-BE49-F238E27FC236}">
                <a16:creationId xmlns:a16="http://schemas.microsoft.com/office/drawing/2014/main" id="{94F5D846-9CF9-677C-2045-EBE7FCE29AEC}"/>
              </a:ext>
            </a:extLst>
          </p:cNvPr>
          <p:cNvCxnSpPr>
            <a:cxnSpLocks/>
          </p:cNvCxnSpPr>
          <p:nvPr/>
        </p:nvCxnSpPr>
        <p:spPr>
          <a:xfrm>
            <a:off x="8683167" y="3723220"/>
            <a:ext cx="0" cy="3376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ตัวเชื่อมต่อตรง 19">
            <a:extLst>
              <a:ext uri="{FF2B5EF4-FFF2-40B4-BE49-F238E27FC236}">
                <a16:creationId xmlns:a16="http://schemas.microsoft.com/office/drawing/2014/main" id="{260A71C8-C609-2963-2F10-E907DD7C099C}"/>
              </a:ext>
            </a:extLst>
          </p:cNvPr>
          <p:cNvCxnSpPr>
            <a:cxnSpLocks/>
          </p:cNvCxnSpPr>
          <p:nvPr/>
        </p:nvCxnSpPr>
        <p:spPr>
          <a:xfrm>
            <a:off x="6239933" y="4723345"/>
            <a:ext cx="159173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ลูกศรเชื่อมต่อแบบตรง 20">
            <a:extLst>
              <a:ext uri="{FF2B5EF4-FFF2-40B4-BE49-F238E27FC236}">
                <a16:creationId xmlns:a16="http://schemas.microsoft.com/office/drawing/2014/main" id="{871E50F8-7537-E9B6-8F74-86D3B196C11D}"/>
              </a:ext>
            </a:extLst>
          </p:cNvPr>
          <p:cNvCxnSpPr>
            <a:cxnSpLocks/>
          </p:cNvCxnSpPr>
          <p:nvPr/>
        </p:nvCxnSpPr>
        <p:spPr>
          <a:xfrm>
            <a:off x="7831665" y="4711721"/>
            <a:ext cx="0" cy="1968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ลูกศรเชื่อมต่อแบบตรง 21">
            <a:extLst>
              <a:ext uri="{FF2B5EF4-FFF2-40B4-BE49-F238E27FC236}">
                <a16:creationId xmlns:a16="http://schemas.microsoft.com/office/drawing/2014/main" id="{0E759659-8F97-C7E4-0656-1467B97BDB13}"/>
              </a:ext>
            </a:extLst>
          </p:cNvPr>
          <p:cNvCxnSpPr>
            <a:cxnSpLocks/>
          </p:cNvCxnSpPr>
          <p:nvPr/>
        </p:nvCxnSpPr>
        <p:spPr>
          <a:xfrm>
            <a:off x="5782730" y="5899432"/>
            <a:ext cx="0" cy="4632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ตัวเชื่อมต่อตรง 22">
            <a:extLst>
              <a:ext uri="{FF2B5EF4-FFF2-40B4-BE49-F238E27FC236}">
                <a16:creationId xmlns:a16="http://schemas.microsoft.com/office/drawing/2014/main" id="{99B5C12C-E7C0-C7E0-2C68-F04351CEE4DD}"/>
              </a:ext>
            </a:extLst>
          </p:cNvPr>
          <p:cNvCxnSpPr>
            <a:cxnSpLocks/>
          </p:cNvCxnSpPr>
          <p:nvPr/>
        </p:nvCxnSpPr>
        <p:spPr>
          <a:xfrm>
            <a:off x="3649134" y="4710666"/>
            <a:ext cx="159173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ลูกศรเชื่อมต่อแบบตรง 23">
            <a:extLst>
              <a:ext uri="{FF2B5EF4-FFF2-40B4-BE49-F238E27FC236}">
                <a16:creationId xmlns:a16="http://schemas.microsoft.com/office/drawing/2014/main" id="{B215E1D9-8352-34EC-4C95-735B296451DC}"/>
              </a:ext>
            </a:extLst>
          </p:cNvPr>
          <p:cNvCxnSpPr>
            <a:cxnSpLocks/>
          </p:cNvCxnSpPr>
          <p:nvPr/>
        </p:nvCxnSpPr>
        <p:spPr>
          <a:xfrm>
            <a:off x="5782730" y="5685429"/>
            <a:ext cx="0" cy="1711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ลูกศรเชื่อมต่อแบบตรง 24">
            <a:extLst>
              <a:ext uri="{FF2B5EF4-FFF2-40B4-BE49-F238E27FC236}">
                <a16:creationId xmlns:a16="http://schemas.microsoft.com/office/drawing/2014/main" id="{8603F04F-A929-2542-8ABF-D9315A9C29C7}"/>
              </a:ext>
            </a:extLst>
          </p:cNvPr>
          <p:cNvCxnSpPr>
            <a:cxnSpLocks/>
          </p:cNvCxnSpPr>
          <p:nvPr/>
        </p:nvCxnSpPr>
        <p:spPr>
          <a:xfrm>
            <a:off x="3649134" y="4697988"/>
            <a:ext cx="0" cy="1968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ตัวเชื่อมต่อตรง 25">
            <a:extLst>
              <a:ext uri="{FF2B5EF4-FFF2-40B4-BE49-F238E27FC236}">
                <a16:creationId xmlns:a16="http://schemas.microsoft.com/office/drawing/2014/main" id="{BCD8A5A9-B058-D431-359E-E02E4F551215}"/>
              </a:ext>
            </a:extLst>
          </p:cNvPr>
          <p:cNvCxnSpPr>
            <a:cxnSpLocks/>
          </p:cNvCxnSpPr>
          <p:nvPr/>
        </p:nvCxnSpPr>
        <p:spPr>
          <a:xfrm>
            <a:off x="3602563" y="5459997"/>
            <a:ext cx="0" cy="22543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ตัวเชื่อมต่อตรง 26">
            <a:extLst>
              <a:ext uri="{FF2B5EF4-FFF2-40B4-BE49-F238E27FC236}">
                <a16:creationId xmlns:a16="http://schemas.microsoft.com/office/drawing/2014/main" id="{E2086EEB-DB72-67B2-C805-BAC1B7F9FAD8}"/>
              </a:ext>
            </a:extLst>
          </p:cNvPr>
          <p:cNvCxnSpPr>
            <a:cxnSpLocks/>
          </p:cNvCxnSpPr>
          <p:nvPr/>
        </p:nvCxnSpPr>
        <p:spPr>
          <a:xfrm>
            <a:off x="3602563" y="5685429"/>
            <a:ext cx="436033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ตัวเชื่อมต่อตรง 27">
            <a:extLst>
              <a:ext uri="{FF2B5EF4-FFF2-40B4-BE49-F238E27FC236}">
                <a16:creationId xmlns:a16="http://schemas.microsoft.com/office/drawing/2014/main" id="{B135FF05-80C8-EE23-F9D3-F0F4041F5EBA}"/>
              </a:ext>
            </a:extLst>
          </p:cNvPr>
          <p:cNvCxnSpPr>
            <a:cxnSpLocks/>
          </p:cNvCxnSpPr>
          <p:nvPr/>
        </p:nvCxnSpPr>
        <p:spPr>
          <a:xfrm>
            <a:off x="7962896" y="5459997"/>
            <a:ext cx="0" cy="22543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780803"/>
      </p:ext>
    </p:extLst>
  </p:cSld>
  <p:clrMapOvr>
    <a:masterClrMapping/>
  </p:clrMapOvr>
</p:sld>
</file>

<file path=ppt/theme/theme1.xml><?xml version="1.0" encoding="utf-8"?>
<a:theme xmlns:a="http://schemas.openxmlformats.org/drawingml/2006/main" name="Bjorn">
  <a:themeElements>
    <a:clrScheme name="Bjorn">
      <a:dk1>
        <a:srgbClr val="000000"/>
      </a:dk1>
      <a:lt1>
        <a:srgbClr val="FFFFFF"/>
      </a:lt1>
      <a:dk2>
        <a:srgbClr val="003474"/>
      </a:dk2>
      <a:lt2>
        <a:srgbClr val="EFE6EB"/>
      </a:lt2>
      <a:accent1>
        <a:srgbClr val="28AE70"/>
      </a:accent1>
      <a:accent2>
        <a:srgbClr val="AC9E0C"/>
      </a:accent2>
      <a:accent3>
        <a:srgbClr val="EF3475"/>
      </a:accent3>
      <a:accent4>
        <a:srgbClr val="8961F3"/>
      </a:accent4>
      <a:accent5>
        <a:srgbClr val="11ADD3"/>
      </a:accent5>
      <a:accent6>
        <a:srgbClr val="E78813"/>
      </a:accent6>
      <a:hlink>
        <a:srgbClr val="CD45C3"/>
      </a:hlink>
      <a:folHlink>
        <a:srgbClr val="E34E4E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jorn" id="{121AC9A9-9DF1-410F-980B-228D05632962}" vid="{661A2AC3-DE07-4883-A618-4B52B678F5E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Bjorn</Template>
  <TotalTime>2</TotalTime>
  <Words>55</Words>
  <Application>Microsoft Office PowerPoint</Application>
  <PresentationFormat>แบบจอกว้าง</PresentationFormat>
  <Paragraphs>39</Paragraphs>
  <Slides>3</Slides>
  <Notes>0</Notes>
  <HiddenSlides>0</HiddenSlides>
  <MMClips>0</MMClips>
  <ScaleCrop>false</ScaleCrop>
  <HeadingPairs>
    <vt:vector size="6" baseType="variant">
      <vt:variant>
        <vt:lpstr>ฟอนต์ที่ถูกใช้</vt:lpstr>
      </vt:variant>
      <vt:variant>
        <vt:i4>3</vt:i4>
      </vt:variant>
      <vt:variant>
        <vt:lpstr>ธีม</vt:lpstr>
      </vt:variant>
      <vt:variant>
        <vt:i4>1</vt:i4>
      </vt:variant>
      <vt:variant>
        <vt:lpstr>ชื่อเรื่องสไลด์</vt:lpstr>
      </vt:variant>
      <vt:variant>
        <vt:i4>3</vt:i4>
      </vt:variant>
    </vt:vector>
  </HeadingPairs>
  <TitlesOfParts>
    <vt:vector size="7" baseType="lpstr">
      <vt:lpstr>Arial</vt:lpstr>
      <vt:lpstr>Neue Haas Grotesk Text Pro</vt:lpstr>
      <vt:lpstr>System Font Regular</vt:lpstr>
      <vt:lpstr>Bjorn</vt:lpstr>
      <vt:lpstr>งานนำเสนอ PowerPoint</vt:lpstr>
      <vt:lpstr>งานนำเสนอ PowerPoint</vt:lpstr>
      <vt:lpstr>งานนำเสนอ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Nawwas_Bensah@hotmail.com</dc:creator>
  <cp:lastModifiedBy>Nawwas_Bensah@hotmail.com</cp:lastModifiedBy>
  <cp:revision>1</cp:revision>
  <dcterms:created xsi:type="dcterms:W3CDTF">2026-10-22T15:30:02Z</dcterms:created>
  <dcterms:modified xsi:type="dcterms:W3CDTF">2026-10-22T15:33:00Z</dcterms:modified>
</cp:coreProperties>
</file>